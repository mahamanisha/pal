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jpeg" Type="http://schemas.openxmlformats.org/officeDocument/2006/relationships/image"/><Relationship Id="rId4" Target="../media/image31.jpeg" Type="http://schemas.openxmlformats.org/officeDocument/2006/relationships/image"/><Relationship Id="rId5" Target="../media/image3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jpeg" Type="http://schemas.openxmlformats.org/officeDocument/2006/relationships/image"/><Relationship Id="rId6" Target="../media/image36.jpeg" Type="http://schemas.openxmlformats.org/officeDocument/2006/relationships/image"/><Relationship Id="rId7" Target="../media/image37.jpeg" Type="http://schemas.openxmlformats.org/officeDocument/2006/relationships/image"/><Relationship Id="rId8" Target="../media/image38.jpeg" Type="http://schemas.openxmlformats.org/officeDocument/2006/relationships/image"/><Relationship Id="rId9" Target="../media/image3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jpeg" Type="http://schemas.openxmlformats.org/officeDocument/2006/relationships/image"/><Relationship Id="rId4" Target="../media/image42.jpeg" Type="http://schemas.openxmlformats.org/officeDocument/2006/relationships/image"/><Relationship Id="rId5" Target="../media/image43.jpeg" Type="http://schemas.openxmlformats.org/officeDocument/2006/relationships/image"/><Relationship Id="rId6" Target="../media/image44.jpeg" Type="http://schemas.openxmlformats.org/officeDocument/2006/relationships/image"/><Relationship Id="rId7" Target="../media/image4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47.jpeg" Type="http://schemas.openxmlformats.org/officeDocument/2006/relationships/image"/><Relationship Id="rId4" Target="../media/image48.jpeg" Type="http://schemas.openxmlformats.org/officeDocument/2006/relationships/image"/><Relationship Id="rId5" Target="../media/image4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51.jpeg" Type="http://schemas.openxmlformats.org/officeDocument/2006/relationships/image"/><Relationship Id="rId4" Target="../media/image52.jpeg" Type="http://schemas.openxmlformats.org/officeDocument/2006/relationships/image"/><Relationship Id="rId5" Target="../media/image53.jpeg" Type="http://schemas.openxmlformats.org/officeDocument/2006/relationships/image"/><Relationship Id="rId6" Target="../media/image5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jpeg" Type="http://schemas.openxmlformats.org/officeDocument/2006/relationships/image"/><Relationship Id="rId3" Target="../media/image56.jpeg" Type="http://schemas.openxmlformats.org/officeDocument/2006/relationships/image"/><Relationship Id="rId4" Target="../media/image5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jpeg" Type="http://schemas.openxmlformats.org/officeDocument/2006/relationships/image"/><Relationship Id="rId3" Target="../media/image59.jpeg" Type="http://schemas.openxmlformats.org/officeDocument/2006/relationships/image"/><Relationship Id="rId4" Target="../media/image60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5920" y="7442678"/>
            <a:ext cx="19639839" cy="1521594"/>
            <a:chOff x="0" y="0"/>
            <a:chExt cx="4533391" cy="3512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3391" cy="351224"/>
            </a:xfrm>
            <a:custGeom>
              <a:avLst/>
              <a:gdLst/>
              <a:ahLst/>
              <a:cxnLst/>
              <a:rect r="r" b="b" t="t" l="l"/>
              <a:pathLst>
                <a:path h="351224" w="4533391">
                  <a:moveTo>
                    <a:pt x="7884" y="0"/>
                  </a:moveTo>
                  <a:lnTo>
                    <a:pt x="4525507" y="0"/>
                  </a:lnTo>
                  <a:cubicBezTo>
                    <a:pt x="4527598" y="0"/>
                    <a:pt x="4529603" y="831"/>
                    <a:pt x="4531082" y="2309"/>
                  </a:cubicBezTo>
                  <a:cubicBezTo>
                    <a:pt x="4532560" y="3788"/>
                    <a:pt x="4533391" y="5793"/>
                    <a:pt x="4533391" y="7884"/>
                  </a:cubicBezTo>
                  <a:lnTo>
                    <a:pt x="4533391" y="343340"/>
                  </a:lnTo>
                  <a:cubicBezTo>
                    <a:pt x="4533391" y="345431"/>
                    <a:pt x="4532560" y="347436"/>
                    <a:pt x="4531082" y="348915"/>
                  </a:cubicBezTo>
                  <a:cubicBezTo>
                    <a:pt x="4529603" y="350393"/>
                    <a:pt x="4527598" y="351224"/>
                    <a:pt x="4525507" y="351224"/>
                  </a:cubicBezTo>
                  <a:lnTo>
                    <a:pt x="7884" y="351224"/>
                  </a:lnTo>
                  <a:cubicBezTo>
                    <a:pt x="5793" y="351224"/>
                    <a:pt x="3788" y="350393"/>
                    <a:pt x="2309" y="348915"/>
                  </a:cubicBezTo>
                  <a:cubicBezTo>
                    <a:pt x="831" y="347436"/>
                    <a:pt x="0" y="345431"/>
                    <a:pt x="0" y="343340"/>
                  </a:cubicBezTo>
                  <a:lnTo>
                    <a:pt x="0" y="7884"/>
                  </a:lnTo>
                  <a:cubicBezTo>
                    <a:pt x="0" y="5793"/>
                    <a:pt x="831" y="3788"/>
                    <a:pt x="2309" y="2309"/>
                  </a:cubicBezTo>
                  <a:cubicBezTo>
                    <a:pt x="3788" y="831"/>
                    <a:pt x="5793" y="0"/>
                    <a:pt x="78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33391" cy="398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75920" y="3037802"/>
            <a:ext cx="19639839" cy="4646333"/>
            <a:chOff x="0" y="0"/>
            <a:chExt cx="4533391" cy="1072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33391" cy="1072496"/>
            </a:xfrm>
            <a:custGeom>
              <a:avLst/>
              <a:gdLst/>
              <a:ahLst/>
              <a:cxnLst/>
              <a:rect r="r" b="b" t="t" l="l"/>
              <a:pathLst>
                <a:path h="1072496" w="4533391">
                  <a:moveTo>
                    <a:pt x="7884" y="0"/>
                  </a:moveTo>
                  <a:lnTo>
                    <a:pt x="4525507" y="0"/>
                  </a:lnTo>
                  <a:cubicBezTo>
                    <a:pt x="4527598" y="0"/>
                    <a:pt x="4529603" y="831"/>
                    <a:pt x="4531082" y="2309"/>
                  </a:cubicBezTo>
                  <a:cubicBezTo>
                    <a:pt x="4532560" y="3788"/>
                    <a:pt x="4533391" y="5793"/>
                    <a:pt x="4533391" y="7884"/>
                  </a:cubicBezTo>
                  <a:lnTo>
                    <a:pt x="4533391" y="1064612"/>
                  </a:lnTo>
                  <a:cubicBezTo>
                    <a:pt x="4533391" y="1066703"/>
                    <a:pt x="4532560" y="1068708"/>
                    <a:pt x="4531082" y="1070186"/>
                  </a:cubicBezTo>
                  <a:cubicBezTo>
                    <a:pt x="4529603" y="1071665"/>
                    <a:pt x="4527598" y="1072496"/>
                    <a:pt x="4525507" y="1072496"/>
                  </a:cubicBezTo>
                  <a:lnTo>
                    <a:pt x="7884" y="1072496"/>
                  </a:lnTo>
                  <a:cubicBezTo>
                    <a:pt x="5793" y="1072496"/>
                    <a:pt x="3788" y="1071665"/>
                    <a:pt x="2309" y="1070186"/>
                  </a:cubicBezTo>
                  <a:cubicBezTo>
                    <a:pt x="831" y="1068708"/>
                    <a:pt x="0" y="1066703"/>
                    <a:pt x="0" y="1064612"/>
                  </a:cubicBezTo>
                  <a:lnTo>
                    <a:pt x="0" y="7884"/>
                  </a:lnTo>
                  <a:cubicBezTo>
                    <a:pt x="0" y="5793"/>
                    <a:pt x="831" y="3788"/>
                    <a:pt x="2309" y="2309"/>
                  </a:cubicBezTo>
                  <a:cubicBezTo>
                    <a:pt x="3788" y="831"/>
                    <a:pt x="5793" y="0"/>
                    <a:pt x="7884" y="0"/>
                  </a:cubicBezTo>
                  <a:close/>
                </a:path>
              </a:pathLst>
            </a:custGeom>
            <a:solidFill>
              <a:srgbClr val="38537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533391" cy="1120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582085" y="4855232"/>
            <a:ext cx="3995036" cy="3784388"/>
          </a:xfrm>
          <a:custGeom>
            <a:avLst/>
            <a:gdLst/>
            <a:ahLst/>
            <a:cxnLst/>
            <a:rect r="r" b="b" t="t" l="l"/>
            <a:pathLst>
              <a:path h="3784388" w="3995036">
                <a:moveTo>
                  <a:pt x="0" y="0"/>
                </a:moveTo>
                <a:lnTo>
                  <a:pt x="3995035" y="0"/>
                </a:lnTo>
                <a:lnTo>
                  <a:pt x="3995035" y="3784389"/>
                </a:lnTo>
                <a:lnTo>
                  <a:pt x="0" y="3784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46486" y="2809202"/>
            <a:ext cx="7822406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Chapter -3</a:t>
            </a:r>
          </a:p>
          <a:p>
            <a:pPr algn="ctr">
              <a:lnSpc>
                <a:spcPts val="16800"/>
              </a:lnSpc>
            </a:pPr>
            <a:r>
              <a:rPr lang="en-US" sz="1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424307" y="7397035"/>
            <a:ext cx="2863693" cy="2889965"/>
          </a:xfrm>
          <a:custGeom>
            <a:avLst/>
            <a:gdLst/>
            <a:ahLst/>
            <a:cxnLst/>
            <a:rect r="r" b="b" t="t" l="l"/>
            <a:pathLst>
              <a:path h="2889965" w="2863693">
                <a:moveTo>
                  <a:pt x="2863693" y="0"/>
                </a:moveTo>
                <a:lnTo>
                  <a:pt x="0" y="0"/>
                </a:lnTo>
                <a:lnTo>
                  <a:pt x="0" y="2889965"/>
                </a:lnTo>
                <a:lnTo>
                  <a:pt x="2863693" y="2889965"/>
                </a:lnTo>
                <a:lnTo>
                  <a:pt x="286369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20992" y="1479149"/>
            <a:ext cx="6096785" cy="1490073"/>
          </a:xfrm>
          <a:custGeom>
            <a:avLst/>
            <a:gdLst/>
            <a:ahLst/>
            <a:cxnLst/>
            <a:rect r="r" b="b" t="t" l="l"/>
            <a:pathLst>
              <a:path h="1490073" w="6096785">
                <a:moveTo>
                  <a:pt x="0" y="0"/>
                </a:moveTo>
                <a:lnTo>
                  <a:pt x="6096785" y="0"/>
                </a:lnTo>
                <a:lnTo>
                  <a:pt x="6096785" y="1490073"/>
                </a:lnTo>
                <a:lnTo>
                  <a:pt x="0" y="1490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6159" r="0" b="-484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20992" y="3299595"/>
            <a:ext cx="6096785" cy="1282462"/>
          </a:xfrm>
          <a:custGeom>
            <a:avLst/>
            <a:gdLst/>
            <a:ahLst/>
            <a:cxnLst/>
            <a:rect r="r" b="b" t="t" l="l"/>
            <a:pathLst>
              <a:path h="1282462" w="6096785">
                <a:moveTo>
                  <a:pt x="0" y="0"/>
                </a:moveTo>
                <a:lnTo>
                  <a:pt x="6096785" y="0"/>
                </a:lnTo>
                <a:lnTo>
                  <a:pt x="6096785" y="1282462"/>
                </a:lnTo>
                <a:lnTo>
                  <a:pt x="0" y="1282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489" r="0" b="-8063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20992" y="5309960"/>
            <a:ext cx="6096785" cy="1033783"/>
          </a:xfrm>
          <a:custGeom>
            <a:avLst/>
            <a:gdLst/>
            <a:ahLst/>
            <a:cxnLst/>
            <a:rect r="r" b="b" t="t" l="l"/>
            <a:pathLst>
              <a:path h="1033783" w="6096785">
                <a:moveTo>
                  <a:pt x="0" y="0"/>
                </a:moveTo>
                <a:lnTo>
                  <a:pt x="6096785" y="0"/>
                </a:lnTo>
                <a:lnTo>
                  <a:pt x="6096785" y="1033783"/>
                </a:lnTo>
                <a:lnTo>
                  <a:pt x="0" y="10337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904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54953" y="6931661"/>
            <a:ext cx="6062824" cy="979226"/>
          </a:xfrm>
          <a:custGeom>
            <a:avLst/>
            <a:gdLst/>
            <a:ahLst/>
            <a:cxnLst/>
            <a:rect r="r" b="b" t="t" l="l"/>
            <a:pathLst>
              <a:path h="979226" w="6062824">
                <a:moveTo>
                  <a:pt x="0" y="0"/>
                </a:moveTo>
                <a:lnTo>
                  <a:pt x="6062824" y="0"/>
                </a:lnTo>
                <a:lnTo>
                  <a:pt x="6062824" y="979226"/>
                </a:lnTo>
                <a:lnTo>
                  <a:pt x="0" y="9792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81" t="0" r="-2981" b="-3531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54953" y="8498805"/>
            <a:ext cx="6062824" cy="1155598"/>
          </a:xfrm>
          <a:custGeom>
            <a:avLst/>
            <a:gdLst/>
            <a:ahLst/>
            <a:cxnLst/>
            <a:rect r="r" b="b" t="t" l="l"/>
            <a:pathLst>
              <a:path h="1155598" w="6062824">
                <a:moveTo>
                  <a:pt x="0" y="0"/>
                </a:moveTo>
                <a:lnTo>
                  <a:pt x="6062824" y="0"/>
                </a:lnTo>
                <a:lnTo>
                  <a:pt x="6062824" y="1155598"/>
                </a:lnTo>
                <a:lnTo>
                  <a:pt x="0" y="11555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4212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37527"/>
            <a:ext cx="38595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3.8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3346" y="1993170"/>
            <a:ext cx="305485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Given root: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3392066"/>
            <a:ext cx="8454953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Since coefficients are real, the 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conjugate root is also a root.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2514" y="5335166"/>
            <a:ext cx="586992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 the polynomial.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5709" y="6977935"/>
            <a:ext cx="496353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 sum of roots.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099" y="8668385"/>
            <a:ext cx="60317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 product of roots.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79407" y="452922"/>
            <a:ext cx="6685169" cy="1783752"/>
          </a:xfrm>
          <a:custGeom>
            <a:avLst/>
            <a:gdLst/>
            <a:ahLst/>
            <a:cxnLst/>
            <a:rect r="r" b="b" t="t" l="l"/>
            <a:pathLst>
              <a:path h="1783752" w="6685169">
                <a:moveTo>
                  <a:pt x="0" y="0"/>
                </a:moveTo>
                <a:lnTo>
                  <a:pt x="6685169" y="0"/>
                </a:lnTo>
                <a:lnTo>
                  <a:pt x="6685169" y="1783752"/>
                </a:lnTo>
                <a:lnTo>
                  <a:pt x="0" y="1783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747" r="-5186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79407" y="2911326"/>
            <a:ext cx="11040788" cy="1415214"/>
          </a:xfrm>
          <a:custGeom>
            <a:avLst/>
            <a:gdLst/>
            <a:ahLst/>
            <a:cxnLst/>
            <a:rect r="r" b="b" t="t" l="l"/>
            <a:pathLst>
              <a:path h="1415214" w="11040788">
                <a:moveTo>
                  <a:pt x="0" y="0"/>
                </a:moveTo>
                <a:lnTo>
                  <a:pt x="11040788" y="0"/>
                </a:lnTo>
                <a:lnTo>
                  <a:pt x="11040788" y="1415213"/>
                </a:lnTo>
                <a:lnTo>
                  <a:pt x="0" y="1415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027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37472" y="5002814"/>
            <a:ext cx="6627104" cy="1293506"/>
          </a:xfrm>
          <a:custGeom>
            <a:avLst/>
            <a:gdLst/>
            <a:ahLst/>
            <a:cxnLst/>
            <a:rect r="r" b="b" t="t" l="l"/>
            <a:pathLst>
              <a:path h="1293506" w="6627104">
                <a:moveTo>
                  <a:pt x="0" y="0"/>
                </a:moveTo>
                <a:lnTo>
                  <a:pt x="6627104" y="0"/>
                </a:lnTo>
                <a:lnTo>
                  <a:pt x="6627104" y="1293506"/>
                </a:lnTo>
                <a:lnTo>
                  <a:pt x="0" y="1293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38" t="-80190" r="-59790" b="-2639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79407" y="7092093"/>
            <a:ext cx="9544989" cy="2166207"/>
          </a:xfrm>
          <a:custGeom>
            <a:avLst/>
            <a:gdLst/>
            <a:ahLst/>
            <a:cxnLst/>
            <a:rect r="r" b="b" t="t" l="l"/>
            <a:pathLst>
              <a:path h="2166207" w="9544989">
                <a:moveTo>
                  <a:pt x="0" y="0"/>
                </a:moveTo>
                <a:lnTo>
                  <a:pt x="9544988" y="0"/>
                </a:lnTo>
                <a:lnTo>
                  <a:pt x="9544988" y="2166207"/>
                </a:lnTo>
                <a:lnTo>
                  <a:pt x="0" y="2166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509" t="-41099" r="-18564" b="-1558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2517" y="7832614"/>
            <a:ext cx="2722129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 -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564495"/>
            <a:ext cx="6555555" cy="1565091"/>
          </a:xfrm>
          <a:custGeom>
            <a:avLst/>
            <a:gdLst/>
            <a:ahLst/>
            <a:cxnLst/>
            <a:rect r="r" b="b" t="t" l="l"/>
            <a:pathLst>
              <a:path h="1565091" w="6555555">
                <a:moveTo>
                  <a:pt x="0" y="0"/>
                </a:moveTo>
                <a:lnTo>
                  <a:pt x="6555555" y="0"/>
                </a:lnTo>
                <a:lnTo>
                  <a:pt x="6555555" y="1565091"/>
                </a:lnTo>
                <a:lnTo>
                  <a:pt x="0" y="1565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502" r="-31972" b="-325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909512"/>
            <a:ext cx="6555555" cy="1261439"/>
          </a:xfrm>
          <a:custGeom>
            <a:avLst/>
            <a:gdLst/>
            <a:ahLst/>
            <a:cxnLst/>
            <a:rect r="r" b="b" t="t" l="l"/>
            <a:pathLst>
              <a:path h="1261439" w="6555555">
                <a:moveTo>
                  <a:pt x="0" y="0"/>
                </a:moveTo>
                <a:lnTo>
                  <a:pt x="6555555" y="0"/>
                </a:lnTo>
                <a:lnTo>
                  <a:pt x="6555555" y="1261438"/>
                </a:lnTo>
                <a:lnTo>
                  <a:pt x="0" y="126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908" r="-43195" b="-5246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5781280"/>
            <a:ext cx="6555555" cy="955272"/>
          </a:xfrm>
          <a:custGeom>
            <a:avLst/>
            <a:gdLst/>
            <a:ahLst/>
            <a:cxnLst/>
            <a:rect r="r" b="b" t="t" l="l"/>
            <a:pathLst>
              <a:path h="955272" w="6555555">
                <a:moveTo>
                  <a:pt x="0" y="0"/>
                </a:moveTo>
                <a:lnTo>
                  <a:pt x="6555555" y="0"/>
                </a:lnTo>
                <a:lnTo>
                  <a:pt x="6555555" y="955272"/>
                </a:lnTo>
                <a:lnTo>
                  <a:pt x="0" y="955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957" r="0" b="-218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7517602"/>
            <a:ext cx="6555555" cy="1408691"/>
          </a:xfrm>
          <a:custGeom>
            <a:avLst/>
            <a:gdLst/>
            <a:ahLst/>
            <a:cxnLst/>
            <a:rect r="r" b="b" t="t" l="l"/>
            <a:pathLst>
              <a:path h="1408691" w="6555555">
                <a:moveTo>
                  <a:pt x="0" y="0"/>
                </a:moveTo>
                <a:lnTo>
                  <a:pt x="6555555" y="0"/>
                </a:lnTo>
                <a:lnTo>
                  <a:pt x="6555555" y="1408691"/>
                </a:lnTo>
                <a:lnTo>
                  <a:pt x="0" y="1408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2026" r="-25280" b="-8150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4032" y="933450"/>
            <a:ext cx="38771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3.9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5195" y="2270033"/>
            <a:ext cx="305485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Given root: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9799" y="3833312"/>
            <a:ext cx="820499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Since coefficients are rational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55742" y="4464031"/>
            <a:ext cx="363580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also a root.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395" y="5925858"/>
            <a:ext cx="496353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 sum of roots.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08321" y="293712"/>
            <a:ext cx="7616252" cy="1509279"/>
          </a:xfrm>
          <a:custGeom>
            <a:avLst/>
            <a:gdLst/>
            <a:ahLst/>
            <a:cxnLst/>
            <a:rect r="r" b="b" t="t" l="l"/>
            <a:pathLst>
              <a:path h="1509279" w="7616252">
                <a:moveTo>
                  <a:pt x="0" y="0"/>
                </a:moveTo>
                <a:lnTo>
                  <a:pt x="7616251" y="0"/>
                </a:lnTo>
                <a:lnTo>
                  <a:pt x="7616251" y="1509280"/>
                </a:lnTo>
                <a:lnTo>
                  <a:pt x="0" y="1509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780" r="-14836" b="-42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08321" y="2613372"/>
            <a:ext cx="7616252" cy="1719747"/>
          </a:xfrm>
          <a:custGeom>
            <a:avLst/>
            <a:gdLst/>
            <a:ahLst/>
            <a:cxnLst/>
            <a:rect r="r" b="b" t="t" l="l"/>
            <a:pathLst>
              <a:path h="1719747" w="7616252">
                <a:moveTo>
                  <a:pt x="0" y="0"/>
                </a:moveTo>
                <a:lnTo>
                  <a:pt x="7616251" y="0"/>
                </a:lnTo>
                <a:lnTo>
                  <a:pt x="7616251" y="1719748"/>
                </a:lnTo>
                <a:lnTo>
                  <a:pt x="0" y="1719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755" r="-30235" b="-3551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08321" y="5201134"/>
            <a:ext cx="7616252" cy="1001049"/>
          </a:xfrm>
          <a:custGeom>
            <a:avLst/>
            <a:gdLst/>
            <a:ahLst/>
            <a:cxnLst/>
            <a:rect r="r" b="b" t="t" l="l"/>
            <a:pathLst>
              <a:path h="1001049" w="7616252">
                <a:moveTo>
                  <a:pt x="0" y="0"/>
                </a:moveTo>
                <a:lnTo>
                  <a:pt x="7616251" y="0"/>
                </a:lnTo>
                <a:lnTo>
                  <a:pt x="7616251" y="1001049"/>
                </a:lnTo>
                <a:lnTo>
                  <a:pt x="0" y="100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9484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08321" y="7851244"/>
            <a:ext cx="7616252" cy="1407056"/>
          </a:xfrm>
          <a:custGeom>
            <a:avLst/>
            <a:gdLst/>
            <a:ahLst/>
            <a:cxnLst/>
            <a:rect r="r" b="b" t="t" l="l"/>
            <a:pathLst>
              <a:path h="1407056" w="7616252">
                <a:moveTo>
                  <a:pt x="0" y="0"/>
                </a:moveTo>
                <a:lnTo>
                  <a:pt x="7616251" y="0"/>
                </a:lnTo>
                <a:lnTo>
                  <a:pt x="7616251" y="1407056"/>
                </a:lnTo>
                <a:lnTo>
                  <a:pt x="0" y="1407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9246" r="-3953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715295"/>
            <a:ext cx="5816366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 product of roots.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1179" y="5368601"/>
            <a:ext cx="103339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0883" y="8063600"/>
            <a:ext cx="26346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Answer-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10344" y="1559257"/>
            <a:ext cx="6016770" cy="1517153"/>
          </a:xfrm>
          <a:custGeom>
            <a:avLst/>
            <a:gdLst/>
            <a:ahLst/>
            <a:cxnLst/>
            <a:rect r="r" b="b" t="t" l="l"/>
            <a:pathLst>
              <a:path h="1517153" w="6016770">
                <a:moveTo>
                  <a:pt x="0" y="0"/>
                </a:moveTo>
                <a:lnTo>
                  <a:pt x="6016770" y="0"/>
                </a:lnTo>
                <a:lnTo>
                  <a:pt x="6016770" y="1517153"/>
                </a:lnTo>
                <a:lnTo>
                  <a:pt x="0" y="1517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3445" b="-3220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10344" y="3639139"/>
            <a:ext cx="6016770" cy="1397061"/>
          </a:xfrm>
          <a:custGeom>
            <a:avLst/>
            <a:gdLst/>
            <a:ahLst/>
            <a:cxnLst/>
            <a:rect r="r" b="b" t="t" l="l"/>
            <a:pathLst>
              <a:path h="1397061" w="6016770">
                <a:moveTo>
                  <a:pt x="0" y="0"/>
                </a:moveTo>
                <a:lnTo>
                  <a:pt x="6016770" y="0"/>
                </a:lnTo>
                <a:lnTo>
                  <a:pt x="6016770" y="1397061"/>
                </a:lnTo>
                <a:lnTo>
                  <a:pt x="0" y="1397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139" r="-31538" b="-3562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10344" y="5598175"/>
            <a:ext cx="6016770" cy="1159367"/>
          </a:xfrm>
          <a:custGeom>
            <a:avLst/>
            <a:gdLst/>
            <a:ahLst/>
            <a:cxnLst/>
            <a:rect r="r" b="b" t="t" l="l"/>
            <a:pathLst>
              <a:path h="1159367" w="6016770">
                <a:moveTo>
                  <a:pt x="0" y="0"/>
                </a:moveTo>
                <a:lnTo>
                  <a:pt x="6016770" y="0"/>
                </a:lnTo>
                <a:lnTo>
                  <a:pt x="6016770" y="1159367"/>
                </a:lnTo>
                <a:lnTo>
                  <a:pt x="0" y="1159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6341" r="-31627" b="-3843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10344" y="7093998"/>
            <a:ext cx="6016770" cy="1140969"/>
          </a:xfrm>
          <a:custGeom>
            <a:avLst/>
            <a:gdLst/>
            <a:ahLst/>
            <a:cxnLst/>
            <a:rect r="r" b="b" t="t" l="l"/>
            <a:pathLst>
              <a:path h="1140969" w="6016770">
                <a:moveTo>
                  <a:pt x="0" y="0"/>
                </a:moveTo>
                <a:lnTo>
                  <a:pt x="6016770" y="0"/>
                </a:lnTo>
                <a:lnTo>
                  <a:pt x="6016770" y="1140969"/>
                </a:lnTo>
                <a:lnTo>
                  <a:pt x="0" y="114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919" r="-22054" b="-4876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10344" y="8571424"/>
            <a:ext cx="6016770" cy="1715576"/>
          </a:xfrm>
          <a:custGeom>
            <a:avLst/>
            <a:gdLst/>
            <a:ahLst/>
            <a:cxnLst/>
            <a:rect r="r" b="b" t="t" l="l"/>
            <a:pathLst>
              <a:path h="1715576" w="6016770">
                <a:moveTo>
                  <a:pt x="0" y="0"/>
                </a:moveTo>
                <a:lnTo>
                  <a:pt x="6016770" y="0"/>
                </a:lnTo>
                <a:lnTo>
                  <a:pt x="6016770" y="1715576"/>
                </a:lnTo>
                <a:lnTo>
                  <a:pt x="0" y="17155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89" t="-31973" r="-78551" b="-2717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8646" y="537527"/>
            <a:ext cx="42596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3.10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82970" y="2241634"/>
            <a:ext cx="88604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4688" y="3822784"/>
            <a:ext cx="510864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Square both sides.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3967" y="5521975"/>
            <a:ext cx="410404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Multiply by √3.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38141" y="9096154"/>
            <a:ext cx="255197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 -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26782" y="8448961"/>
            <a:ext cx="1261218" cy="1696015"/>
          </a:xfrm>
          <a:custGeom>
            <a:avLst/>
            <a:gdLst/>
            <a:ahLst/>
            <a:cxnLst/>
            <a:rect r="r" b="b" t="t" l="l"/>
            <a:pathLst>
              <a:path h="1696015" w="1261218">
                <a:moveTo>
                  <a:pt x="0" y="0"/>
                </a:moveTo>
                <a:lnTo>
                  <a:pt x="1261218" y="0"/>
                </a:lnTo>
                <a:lnTo>
                  <a:pt x="1261218" y="1696015"/>
                </a:lnTo>
                <a:lnTo>
                  <a:pt x="0" y="1696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82183" y="3359999"/>
            <a:ext cx="7685802" cy="1186458"/>
          </a:xfrm>
          <a:custGeom>
            <a:avLst/>
            <a:gdLst/>
            <a:ahLst/>
            <a:cxnLst/>
            <a:rect r="r" b="b" t="t" l="l"/>
            <a:pathLst>
              <a:path h="1186458" w="7685802">
                <a:moveTo>
                  <a:pt x="0" y="0"/>
                </a:moveTo>
                <a:lnTo>
                  <a:pt x="7685802" y="0"/>
                </a:lnTo>
                <a:lnTo>
                  <a:pt x="7685802" y="1186458"/>
                </a:lnTo>
                <a:lnTo>
                  <a:pt x="0" y="1186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382" r="0" b="-4032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82183" y="5416482"/>
            <a:ext cx="7685802" cy="1185023"/>
          </a:xfrm>
          <a:custGeom>
            <a:avLst/>
            <a:gdLst/>
            <a:ahLst/>
            <a:cxnLst/>
            <a:rect r="r" b="b" t="t" l="l"/>
            <a:pathLst>
              <a:path h="1185023" w="7685802">
                <a:moveTo>
                  <a:pt x="0" y="0"/>
                </a:moveTo>
                <a:lnTo>
                  <a:pt x="7685802" y="0"/>
                </a:lnTo>
                <a:lnTo>
                  <a:pt x="7685802" y="1185023"/>
                </a:lnTo>
                <a:lnTo>
                  <a:pt x="0" y="1185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0809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82183" y="7413409"/>
            <a:ext cx="7685802" cy="1312808"/>
          </a:xfrm>
          <a:custGeom>
            <a:avLst/>
            <a:gdLst/>
            <a:ahLst/>
            <a:cxnLst/>
            <a:rect r="r" b="b" t="t" l="l"/>
            <a:pathLst>
              <a:path h="1312808" w="7685802">
                <a:moveTo>
                  <a:pt x="0" y="0"/>
                </a:moveTo>
                <a:lnTo>
                  <a:pt x="7685802" y="0"/>
                </a:lnTo>
                <a:lnTo>
                  <a:pt x="7685802" y="1312808"/>
                </a:lnTo>
                <a:lnTo>
                  <a:pt x="0" y="1312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180" r="0" b="-3137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9199" y="537527"/>
            <a:ext cx="456911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- 3.11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78927" y="2009775"/>
            <a:ext cx="901512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with the standard 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3798" y="5340282"/>
            <a:ext cx="284133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Therefore,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792" y="7686961"/>
            <a:ext cx="599685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 the discriminant.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80634" y="1028700"/>
            <a:ext cx="6071824" cy="1421065"/>
          </a:xfrm>
          <a:custGeom>
            <a:avLst/>
            <a:gdLst/>
            <a:ahLst/>
            <a:cxnLst/>
            <a:rect r="r" b="b" t="t" l="l"/>
            <a:pathLst>
              <a:path h="1421065" w="6071824">
                <a:moveTo>
                  <a:pt x="0" y="0"/>
                </a:moveTo>
                <a:lnTo>
                  <a:pt x="6071823" y="0"/>
                </a:lnTo>
                <a:lnTo>
                  <a:pt x="6071823" y="1421065"/>
                </a:lnTo>
                <a:lnTo>
                  <a:pt x="0" y="1421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0634" y="2792665"/>
            <a:ext cx="6071824" cy="1343302"/>
          </a:xfrm>
          <a:custGeom>
            <a:avLst/>
            <a:gdLst/>
            <a:ahLst/>
            <a:cxnLst/>
            <a:rect r="r" b="b" t="t" l="l"/>
            <a:pathLst>
              <a:path h="1343302" w="6071824">
                <a:moveTo>
                  <a:pt x="0" y="0"/>
                </a:moveTo>
                <a:lnTo>
                  <a:pt x="6071823" y="0"/>
                </a:lnTo>
                <a:lnTo>
                  <a:pt x="6071823" y="1343302"/>
                </a:lnTo>
                <a:lnTo>
                  <a:pt x="0" y="1343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489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80634" y="4502106"/>
            <a:ext cx="6071824" cy="1282789"/>
          </a:xfrm>
          <a:custGeom>
            <a:avLst/>
            <a:gdLst/>
            <a:ahLst/>
            <a:cxnLst/>
            <a:rect r="r" b="b" t="t" l="l"/>
            <a:pathLst>
              <a:path h="1282789" w="6071824">
                <a:moveTo>
                  <a:pt x="0" y="0"/>
                </a:moveTo>
                <a:lnTo>
                  <a:pt x="6071823" y="0"/>
                </a:lnTo>
                <a:lnTo>
                  <a:pt x="6071823" y="1282788"/>
                </a:lnTo>
                <a:lnTo>
                  <a:pt x="0" y="1282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1047" r="0" b="-2873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35664" y="6146844"/>
            <a:ext cx="5761764" cy="1375699"/>
          </a:xfrm>
          <a:custGeom>
            <a:avLst/>
            <a:gdLst/>
            <a:ahLst/>
            <a:cxnLst/>
            <a:rect r="r" b="b" t="t" l="l"/>
            <a:pathLst>
              <a:path h="1375699" w="5761764">
                <a:moveTo>
                  <a:pt x="0" y="0"/>
                </a:moveTo>
                <a:lnTo>
                  <a:pt x="5761764" y="0"/>
                </a:lnTo>
                <a:lnTo>
                  <a:pt x="5761764" y="1375700"/>
                </a:lnTo>
                <a:lnTo>
                  <a:pt x="0" y="1375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6752" r="-31598" b="-3256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74507" y="266700"/>
            <a:ext cx="600695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Substitute the values.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7815" y="2373565"/>
            <a:ext cx="237338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Simplify.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15924" y="7798769"/>
            <a:ext cx="840653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equation has no real roots.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2060" y="8925242"/>
            <a:ext cx="241718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 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38609" y="9068752"/>
            <a:ext cx="508505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real solution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96506" y="7754613"/>
            <a:ext cx="2891494" cy="2739033"/>
          </a:xfrm>
          <a:custGeom>
            <a:avLst/>
            <a:gdLst/>
            <a:ahLst/>
            <a:cxnLst/>
            <a:rect r="r" b="b" t="t" l="l"/>
            <a:pathLst>
              <a:path h="2739033" w="2891494">
                <a:moveTo>
                  <a:pt x="0" y="0"/>
                </a:moveTo>
                <a:lnTo>
                  <a:pt x="2891494" y="0"/>
                </a:lnTo>
                <a:lnTo>
                  <a:pt x="2891494" y="2739033"/>
                </a:lnTo>
                <a:lnTo>
                  <a:pt x="0" y="2739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67721" y="7754613"/>
            <a:ext cx="700441" cy="742279"/>
          </a:xfrm>
          <a:custGeom>
            <a:avLst/>
            <a:gdLst/>
            <a:ahLst/>
            <a:cxnLst/>
            <a:rect r="r" b="b" t="t" l="l"/>
            <a:pathLst>
              <a:path h="742279" w="700441">
                <a:moveTo>
                  <a:pt x="0" y="0"/>
                </a:moveTo>
                <a:lnTo>
                  <a:pt x="700442" y="0"/>
                </a:lnTo>
                <a:lnTo>
                  <a:pt x="700442" y="742279"/>
                </a:lnTo>
                <a:lnTo>
                  <a:pt x="0" y="7422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36377" y="1473487"/>
            <a:ext cx="7012393" cy="1219528"/>
          </a:xfrm>
          <a:custGeom>
            <a:avLst/>
            <a:gdLst/>
            <a:ahLst/>
            <a:cxnLst/>
            <a:rect r="r" b="b" t="t" l="l"/>
            <a:pathLst>
              <a:path h="1219528" w="7012393">
                <a:moveTo>
                  <a:pt x="0" y="0"/>
                </a:moveTo>
                <a:lnTo>
                  <a:pt x="7012393" y="0"/>
                </a:lnTo>
                <a:lnTo>
                  <a:pt x="7012393" y="1219528"/>
                </a:lnTo>
                <a:lnTo>
                  <a:pt x="0" y="1219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1506" r="0" b="-1913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36377" y="3258966"/>
            <a:ext cx="7012393" cy="1292788"/>
          </a:xfrm>
          <a:custGeom>
            <a:avLst/>
            <a:gdLst/>
            <a:ahLst/>
            <a:cxnLst/>
            <a:rect r="r" b="b" t="t" l="l"/>
            <a:pathLst>
              <a:path h="1292788" w="7012393">
                <a:moveTo>
                  <a:pt x="0" y="0"/>
                </a:moveTo>
                <a:lnTo>
                  <a:pt x="7012393" y="0"/>
                </a:lnTo>
                <a:lnTo>
                  <a:pt x="7012393" y="1292788"/>
                </a:lnTo>
                <a:lnTo>
                  <a:pt x="0" y="1292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36377" y="5143500"/>
            <a:ext cx="7012393" cy="1261676"/>
          </a:xfrm>
          <a:custGeom>
            <a:avLst/>
            <a:gdLst/>
            <a:ahLst/>
            <a:cxnLst/>
            <a:rect r="r" b="b" t="t" l="l"/>
            <a:pathLst>
              <a:path h="1261676" w="7012393">
                <a:moveTo>
                  <a:pt x="0" y="0"/>
                </a:moveTo>
                <a:lnTo>
                  <a:pt x="7012393" y="0"/>
                </a:lnTo>
                <a:lnTo>
                  <a:pt x="7012393" y="1261676"/>
                </a:lnTo>
                <a:lnTo>
                  <a:pt x="0" y="12616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6722" r="0" b="-2043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36377" y="6793339"/>
            <a:ext cx="7012393" cy="1464614"/>
          </a:xfrm>
          <a:custGeom>
            <a:avLst/>
            <a:gdLst/>
            <a:ahLst/>
            <a:cxnLst/>
            <a:rect r="r" b="b" t="t" l="l"/>
            <a:pathLst>
              <a:path h="1464614" w="7012393">
                <a:moveTo>
                  <a:pt x="0" y="0"/>
                </a:moveTo>
                <a:lnTo>
                  <a:pt x="7012393" y="0"/>
                </a:lnTo>
                <a:lnTo>
                  <a:pt x="7012393" y="1464614"/>
                </a:lnTo>
                <a:lnTo>
                  <a:pt x="0" y="1464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36377" y="8819928"/>
            <a:ext cx="7060107" cy="1153157"/>
          </a:xfrm>
          <a:custGeom>
            <a:avLst/>
            <a:gdLst/>
            <a:ahLst/>
            <a:cxnLst/>
            <a:rect r="r" b="b" t="t" l="l"/>
            <a:pathLst>
              <a:path h="1153157" w="7060107">
                <a:moveTo>
                  <a:pt x="0" y="0"/>
                </a:moveTo>
                <a:lnTo>
                  <a:pt x="7060107" y="0"/>
                </a:lnTo>
                <a:lnTo>
                  <a:pt x="7060107" y="1153157"/>
                </a:lnTo>
                <a:lnTo>
                  <a:pt x="0" y="11531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1456" r="0" b="-4414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41605"/>
            <a:ext cx="458910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- 3.12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9820" y="1725441"/>
            <a:ext cx="434073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equal roots,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9820" y="3182766"/>
            <a:ext cx="359871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a,b,c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007" y="4843076"/>
            <a:ext cx="768037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Apply the discriminant formula.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653" y="6992613"/>
            <a:ext cx="494989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Substitute values.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45459" y="8839200"/>
            <a:ext cx="218945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632279" y="7541786"/>
            <a:ext cx="2813546" cy="3237344"/>
          </a:xfrm>
          <a:custGeom>
            <a:avLst/>
            <a:gdLst/>
            <a:ahLst/>
            <a:cxnLst/>
            <a:rect r="r" b="b" t="t" l="l"/>
            <a:pathLst>
              <a:path h="3237344" w="2813546">
                <a:moveTo>
                  <a:pt x="2813546" y="0"/>
                </a:moveTo>
                <a:lnTo>
                  <a:pt x="0" y="0"/>
                </a:lnTo>
                <a:lnTo>
                  <a:pt x="0" y="3237343"/>
                </a:lnTo>
                <a:lnTo>
                  <a:pt x="2813546" y="3237343"/>
                </a:lnTo>
                <a:lnTo>
                  <a:pt x="281354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82957" y="239759"/>
            <a:ext cx="7856107" cy="1577881"/>
          </a:xfrm>
          <a:custGeom>
            <a:avLst/>
            <a:gdLst/>
            <a:ahLst/>
            <a:cxnLst/>
            <a:rect r="r" b="b" t="t" l="l"/>
            <a:pathLst>
              <a:path h="1577881" w="7856107">
                <a:moveTo>
                  <a:pt x="0" y="0"/>
                </a:moveTo>
                <a:lnTo>
                  <a:pt x="7856107" y="0"/>
                </a:lnTo>
                <a:lnTo>
                  <a:pt x="7856107" y="1577882"/>
                </a:lnTo>
                <a:lnTo>
                  <a:pt x="0" y="1577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29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82957" y="2165262"/>
            <a:ext cx="7856107" cy="1480955"/>
          </a:xfrm>
          <a:custGeom>
            <a:avLst/>
            <a:gdLst/>
            <a:ahLst/>
            <a:cxnLst/>
            <a:rect r="r" b="b" t="t" l="l"/>
            <a:pathLst>
              <a:path h="1480955" w="7856107">
                <a:moveTo>
                  <a:pt x="0" y="0"/>
                </a:moveTo>
                <a:lnTo>
                  <a:pt x="7856107" y="0"/>
                </a:lnTo>
                <a:lnTo>
                  <a:pt x="7856107" y="1480956"/>
                </a:lnTo>
                <a:lnTo>
                  <a:pt x="0" y="1480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621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82957" y="3989118"/>
            <a:ext cx="7856107" cy="1280456"/>
          </a:xfrm>
          <a:custGeom>
            <a:avLst/>
            <a:gdLst/>
            <a:ahLst/>
            <a:cxnLst/>
            <a:rect r="r" b="b" t="t" l="l"/>
            <a:pathLst>
              <a:path h="1280456" w="7856107">
                <a:moveTo>
                  <a:pt x="0" y="0"/>
                </a:moveTo>
                <a:lnTo>
                  <a:pt x="7856107" y="0"/>
                </a:lnTo>
                <a:lnTo>
                  <a:pt x="7856107" y="1280456"/>
                </a:lnTo>
                <a:lnTo>
                  <a:pt x="0" y="1280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1901" r="0" b="-2727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82957" y="5612474"/>
            <a:ext cx="7856107" cy="1336600"/>
          </a:xfrm>
          <a:custGeom>
            <a:avLst/>
            <a:gdLst/>
            <a:ahLst/>
            <a:cxnLst/>
            <a:rect r="r" b="b" t="t" l="l"/>
            <a:pathLst>
              <a:path h="1336600" w="7856107">
                <a:moveTo>
                  <a:pt x="0" y="0"/>
                </a:moveTo>
                <a:lnTo>
                  <a:pt x="7856107" y="0"/>
                </a:lnTo>
                <a:lnTo>
                  <a:pt x="7856107" y="1336600"/>
                </a:lnTo>
                <a:lnTo>
                  <a:pt x="0" y="1336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045" r="0" b="-3525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82957" y="7291974"/>
            <a:ext cx="7894821" cy="2321200"/>
          </a:xfrm>
          <a:custGeom>
            <a:avLst/>
            <a:gdLst/>
            <a:ahLst/>
            <a:cxnLst/>
            <a:rect r="r" b="b" t="t" l="l"/>
            <a:pathLst>
              <a:path h="2321200" w="7894821">
                <a:moveTo>
                  <a:pt x="0" y="0"/>
                </a:moveTo>
                <a:lnTo>
                  <a:pt x="7894821" y="0"/>
                </a:lnTo>
                <a:lnTo>
                  <a:pt x="7894821" y="2321200"/>
                </a:lnTo>
                <a:lnTo>
                  <a:pt x="0" y="2321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2354" r="0" b="-6171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92830" y="600075"/>
            <a:ext cx="322897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Divide by 4.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19275" y="1714329"/>
            <a:ext cx="8738551" cy="1096609"/>
          </a:xfrm>
          <a:custGeom>
            <a:avLst/>
            <a:gdLst/>
            <a:ahLst/>
            <a:cxnLst/>
            <a:rect r="r" b="b" t="t" l="l"/>
            <a:pathLst>
              <a:path h="1096609" w="8738551">
                <a:moveTo>
                  <a:pt x="0" y="0"/>
                </a:moveTo>
                <a:lnTo>
                  <a:pt x="8738552" y="0"/>
                </a:lnTo>
                <a:lnTo>
                  <a:pt x="8738552" y="1096609"/>
                </a:lnTo>
                <a:lnTo>
                  <a:pt x="0" y="109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09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87953" y="3306967"/>
            <a:ext cx="8601197" cy="1836533"/>
          </a:xfrm>
          <a:custGeom>
            <a:avLst/>
            <a:gdLst/>
            <a:ahLst/>
            <a:cxnLst/>
            <a:rect r="r" b="b" t="t" l="l"/>
            <a:pathLst>
              <a:path h="1836533" w="8601197">
                <a:moveTo>
                  <a:pt x="0" y="0"/>
                </a:moveTo>
                <a:lnTo>
                  <a:pt x="8601196" y="0"/>
                </a:lnTo>
                <a:lnTo>
                  <a:pt x="8601196" y="1836533"/>
                </a:lnTo>
                <a:lnTo>
                  <a:pt x="0" y="1836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2473" r="0" b="-705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87953" y="5448300"/>
            <a:ext cx="8415532" cy="1855345"/>
          </a:xfrm>
          <a:custGeom>
            <a:avLst/>
            <a:gdLst/>
            <a:ahLst/>
            <a:cxnLst/>
            <a:rect r="r" b="b" t="t" l="l"/>
            <a:pathLst>
              <a:path h="1855345" w="8415532">
                <a:moveTo>
                  <a:pt x="0" y="0"/>
                </a:moveTo>
                <a:lnTo>
                  <a:pt x="8415532" y="0"/>
                </a:lnTo>
                <a:lnTo>
                  <a:pt x="8415532" y="1855345"/>
                </a:lnTo>
                <a:lnTo>
                  <a:pt x="0" y="1855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0739" r="0" b="-4068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87953" y="7608445"/>
            <a:ext cx="8342105" cy="1437693"/>
          </a:xfrm>
          <a:custGeom>
            <a:avLst/>
            <a:gdLst/>
            <a:ahLst/>
            <a:cxnLst/>
            <a:rect r="r" b="b" t="t" l="l"/>
            <a:pathLst>
              <a:path h="1437693" w="8342105">
                <a:moveTo>
                  <a:pt x="0" y="0"/>
                </a:moveTo>
                <a:lnTo>
                  <a:pt x="8342105" y="0"/>
                </a:lnTo>
                <a:lnTo>
                  <a:pt x="8342105" y="1437693"/>
                </a:lnTo>
                <a:lnTo>
                  <a:pt x="0" y="14376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8753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44513"/>
            <a:ext cx="443446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- 3.13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7056" y="1929576"/>
            <a:ext cx="418414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Given equation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7056" y="3463234"/>
            <a:ext cx="215849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37021" y="424753"/>
            <a:ext cx="6964472" cy="1207895"/>
          </a:xfrm>
          <a:custGeom>
            <a:avLst/>
            <a:gdLst/>
            <a:ahLst/>
            <a:cxnLst/>
            <a:rect r="r" b="b" t="t" l="l"/>
            <a:pathLst>
              <a:path h="1207895" w="6964472">
                <a:moveTo>
                  <a:pt x="0" y="0"/>
                </a:moveTo>
                <a:lnTo>
                  <a:pt x="6964473" y="0"/>
                </a:lnTo>
                <a:lnTo>
                  <a:pt x="6964473" y="1207894"/>
                </a:lnTo>
                <a:lnTo>
                  <a:pt x="0" y="1207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805" r="0" b="-254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37021" y="2054319"/>
            <a:ext cx="6964472" cy="967306"/>
          </a:xfrm>
          <a:custGeom>
            <a:avLst/>
            <a:gdLst/>
            <a:ahLst/>
            <a:cxnLst/>
            <a:rect r="r" b="b" t="t" l="l"/>
            <a:pathLst>
              <a:path h="967306" w="6964472">
                <a:moveTo>
                  <a:pt x="0" y="0"/>
                </a:moveTo>
                <a:lnTo>
                  <a:pt x="6964473" y="0"/>
                </a:lnTo>
                <a:lnTo>
                  <a:pt x="6964473" y="967306"/>
                </a:lnTo>
                <a:lnTo>
                  <a:pt x="0" y="967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54" t="0" r="-3054" b="-400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37021" y="3252428"/>
            <a:ext cx="6964472" cy="1131081"/>
          </a:xfrm>
          <a:custGeom>
            <a:avLst/>
            <a:gdLst/>
            <a:ahLst/>
            <a:cxnLst/>
            <a:rect r="r" b="b" t="t" l="l"/>
            <a:pathLst>
              <a:path h="1131081" w="6964472">
                <a:moveTo>
                  <a:pt x="0" y="0"/>
                </a:moveTo>
                <a:lnTo>
                  <a:pt x="6964473" y="0"/>
                </a:lnTo>
                <a:lnTo>
                  <a:pt x="6964473" y="1131081"/>
                </a:lnTo>
                <a:lnTo>
                  <a:pt x="0" y="1131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51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37021" y="4883338"/>
            <a:ext cx="6964472" cy="1149607"/>
          </a:xfrm>
          <a:custGeom>
            <a:avLst/>
            <a:gdLst/>
            <a:ahLst/>
            <a:cxnLst/>
            <a:rect r="r" b="b" t="t" l="l"/>
            <a:pathLst>
              <a:path h="1149607" w="6964472">
                <a:moveTo>
                  <a:pt x="0" y="0"/>
                </a:moveTo>
                <a:lnTo>
                  <a:pt x="6964473" y="0"/>
                </a:lnTo>
                <a:lnTo>
                  <a:pt x="6964473" y="1149607"/>
                </a:lnTo>
                <a:lnTo>
                  <a:pt x="0" y="1149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0314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37021" y="6452045"/>
            <a:ext cx="6964472" cy="1190213"/>
          </a:xfrm>
          <a:custGeom>
            <a:avLst/>
            <a:gdLst/>
            <a:ahLst/>
            <a:cxnLst/>
            <a:rect r="r" b="b" t="t" l="l"/>
            <a:pathLst>
              <a:path h="1190213" w="6964472">
                <a:moveTo>
                  <a:pt x="0" y="0"/>
                </a:moveTo>
                <a:lnTo>
                  <a:pt x="6964473" y="0"/>
                </a:lnTo>
                <a:lnTo>
                  <a:pt x="6964473" y="1190213"/>
                </a:lnTo>
                <a:lnTo>
                  <a:pt x="0" y="1190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6076" r="0" b="-2330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2729" y="695642"/>
            <a:ext cx="599685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 the discriminant.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47256"/>
            <a:ext cx="494989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Substitute values.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20880" y="3398869"/>
            <a:ext cx="203907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8105" y="4724400"/>
            <a:ext cx="580462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Take common factor.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779" y="6228001"/>
            <a:ext cx="6641739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Write as a perfect square.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29265" y="8209201"/>
            <a:ext cx="1088195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Since p,q,r are rational,2(q-r) is rational.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98994" y="9133126"/>
            <a:ext cx="570013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75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Roots are rational.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2461" y="9182100"/>
            <a:ext cx="224082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Answer-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94516" y="1484320"/>
            <a:ext cx="1847208" cy="958311"/>
            <a:chOff x="0" y="0"/>
            <a:chExt cx="515909" cy="267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909" cy="267648"/>
            </a:xfrm>
            <a:custGeom>
              <a:avLst/>
              <a:gdLst/>
              <a:ahLst/>
              <a:cxnLst/>
              <a:rect r="r" b="b" t="t" l="l"/>
              <a:pathLst>
                <a:path h="267648" w="515909">
                  <a:moveTo>
                    <a:pt x="83823" y="0"/>
                  </a:moveTo>
                  <a:lnTo>
                    <a:pt x="432086" y="0"/>
                  </a:lnTo>
                  <a:cubicBezTo>
                    <a:pt x="454318" y="0"/>
                    <a:pt x="475638" y="8831"/>
                    <a:pt x="491358" y="24551"/>
                  </a:cubicBezTo>
                  <a:cubicBezTo>
                    <a:pt x="507078" y="40271"/>
                    <a:pt x="515909" y="61592"/>
                    <a:pt x="515909" y="83823"/>
                  </a:cubicBezTo>
                  <a:lnTo>
                    <a:pt x="515909" y="183825"/>
                  </a:lnTo>
                  <a:cubicBezTo>
                    <a:pt x="515909" y="206056"/>
                    <a:pt x="507078" y="227377"/>
                    <a:pt x="491358" y="243097"/>
                  </a:cubicBezTo>
                  <a:cubicBezTo>
                    <a:pt x="475638" y="258817"/>
                    <a:pt x="454318" y="267648"/>
                    <a:pt x="432086" y="267648"/>
                  </a:cubicBezTo>
                  <a:lnTo>
                    <a:pt x="83823" y="267648"/>
                  </a:lnTo>
                  <a:cubicBezTo>
                    <a:pt x="61592" y="267648"/>
                    <a:pt x="40271" y="258817"/>
                    <a:pt x="24551" y="243097"/>
                  </a:cubicBezTo>
                  <a:cubicBezTo>
                    <a:pt x="8831" y="227377"/>
                    <a:pt x="0" y="206056"/>
                    <a:pt x="0" y="183825"/>
                  </a:cubicBezTo>
                  <a:lnTo>
                    <a:pt x="0" y="83823"/>
                  </a:lnTo>
                  <a:cubicBezTo>
                    <a:pt x="0" y="61592"/>
                    <a:pt x="8831" y="40271"/>
                    <a:pt x="24551" y="24551"/>
                  </a:cubicBezTo>
                  <a:cubicBezTo>
                    <a:pt x="40271" y="8831"/>
                    <a:pt x="61592" y="0"/>
                    <a:pt x="83823" y="0"/>
                  </a:cubicBezTo>
                  <a:close/>
                </a:path>
              </a:pathLst>
            </a:custGeom>
            <a:solidFill>
              <a:srgbClr val="B6E2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15909" cy="3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46007" y="2910523"/>
            <a:ext cx="8213293" cy="1465839"/>
          </a:xfrm>
          <a:custGeom>
            <a:avLst/>
            <a:gdLst/>
            <a:ahLst/>
            <a:cxnLst/>
            <a:rect r="r" b="b" t="t" l="l"/>
            <a:pathLst>
              <a:path h="1465839" w="8213293">
                <a:moveTo>
                  <a:pt x="0" y="0"/>
                </a:moveTo>
                <a:lnTo>
                  <a:pt x="8213293" y="0"/>
                </a:lnTo>
                <a:lnTo>
                  <a:pt x="8213293" y="1465838"/>
                </a:lnTo>
                <a:lnTo>
                  <a:pt x="0" y="1465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140" r="-24869" b="-2766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46007" y="5174347"/>
            <a:ext cx="8213293" cy="1531253"/>
          </a:xfrm>
          <a:custGeom>
            <a:avLst/>
            <a:gdLst/>
            <a:ahLst/>
            <a:cxnLst/>
            <a:rect r="r" b="b" t="t" l="l"/>
            <a:pathLst>
              <a:path h="1531253" w="8213293">
                <a:moveTo>
                  <a:pt x="0" y="0"/>
                </a:moveTo>
                <a:lnTo>
                  <a:pt x="8213293" y="0"/>
                </a:lnTo>
                <a:lnTo>
                  <a:pt x="8213293" y="1531253"/>
                </a:lnTo>
                <a:lnTo>
                  <a:pt x="0" y="1531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906" r="-22982" b="-295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46007" y="8539851"/>
            <a:ext cx="8213293" cy="1222825"/>
          </a:xfrm>
          <a:custGeom>
            <a:avLst/>
            <a:gdLst/>
            <a:ahLst/>
            <a:cxnLst/>
            <a:rect r="r" b="b" t="t" l="l"/>
            <a:pathLst>
              <a:path h="1222825" w="8213293">
                <a:moveTo>
                  <a:pt x="0" y="0"/>
                </a:moveTo>
                <a:lnTo>
                  <a:pt x="8213293" y="0"/>
                </a:lnTo>
                <a:lnTo>
                  <a:pt x="8213293" y="1222825"/>
                </a:lnTo>
                <a:lnTo>
                  <a:pt x="0" y="1222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988" r="-8479" b="-3080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33450"/>
            <a:ext cx="42218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3.14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814261"/>
            <a:ext cx="8710829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 the equation of the circle be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056" y="5067300"/>
            <a:ext cx="8236718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 the equation of the line be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7620000"/>
            <a:ext cx="9214979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Substitute y of line in circle equation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92745" y="1389255"/>
            <a:ext cx="8637127" cy="1265012"/>
          </a:xfrm>
          <a:custGeom>
            <a:avLst/>
            <a:gdLst/>
            <a:ahLst/>
            <a:cxnLst/>
            <a:rect r="r" b="b" t="t" l="l"/>
            <a:pathLst>
              <a:path h="1265012" w="8637127">
                <a:moveTo>
                  <a:pt x="0" y="0"/>
                </a:moveTo>
                <a:lnTo>
                  <a:pt x="8637127" y="0"/>
                </a:lnTo>
                <a:lnTo>
                  <a:pt x="8637127" y="1265012"/>
                </a:lnTo>
                <a:lnTo>
                  <a:pt x="0" y="126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517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92745" y="3237624"/>
            <a:ext cx="8637127" cy="1082866"/>
          </a:xfrm>
          <a:custGeom>
            <a:avLst/>
            <a:gdLst/>
            <a:ahLst/>
            <a:cxnLst/>
            <a:rect r="r" b="b" t="t" l="l"/>
            <a:pathLst>
              <a:path h="1082866" w="8637127">
                <a:moveTo>
                  <a:pt x="0" y="0"/>
                </a:moveTo>
                <a:lnTo>
                  <a:pt x="8637127" y="0"/>
                </a:lnTo>
                <a:lnTo>
                  <a:pt x="8637127" y="1082866"/>
                </a:lnTo>
                <a:lnTo>
                  <a:pt x="0" y="1082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767" r="0" b="-2027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92745" y="5021506"/>
            <a:ext cx="8637127" cy="1215540"/>
          </a:xfrm>
          <a:custGeom>
            <a:avLst/>
            <a:gdLst/>
            <a:ahLst/>
            <a:cxnLst/>
            <a:rect r="r" b="b" t="t" l="l"/>
            <a:pathLst>
              <a:path h="1215540" w="8637127">
                <a:moveTo>
                  <a:pt x="0" y="0"/>
                </a:moveTo>
                <a:lnTo>
                  <a:pt x="8637127" y="0"/>
                </a:lnTo>
                <a:lnTo>
                  <a:pt x="8637127" y="1215540"/>
                </a:lnTo>
                <a:lnTo>
                  <a:pt x="0" y="1215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" r="0" b="-3024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3188" y="1602661"/>
            <a:ext cx="658733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Expand the square term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188" y="3359957"/>
            <a:ext cx="717254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Bring all terms to one side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12557"/>
            <a:ext cx="530484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 like terms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22331" y="6865696"/>
            <a:ext cx="1461430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quadratic equation can have at most two solutions.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9725" y="8132521"/>
            <a:ext cx="17368549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each value of x, we get a corresponding value of y using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Y=mx+c.</a:t>
            </a: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Hence, there can be at most two points of intersection.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98C1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8722" y="1407384"/>
            <a:ext cx="17659278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Therefore, a straight line and a circle can have at most two common points.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56510" y="7209333"/>
            <a:ext cx="417498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Hence Proved.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7447" y="4642802"/>
            <a:ext cx="1711310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8C52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line cannot intersect a circle at more than two 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DAHMiTc1yAs</dc:identifier>
  <dcterms:modified xsi:type="dcterms:W3CDTF">2011-08-01T06:04:30Z</dcterms:modified>
  <cp:revision>1</cp:revision>
  <dc:title>03_Theory of Equations_English ppt_Eg_02</dc:title>
</cp:coreProperties>
</file>