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6/14/2026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Text box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72059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25030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9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923842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134314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1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863697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6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7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57842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54045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8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9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71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6196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695541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75303173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9877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1064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06510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6057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643130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040712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7134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30538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276605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18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1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10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Solve 2x³ − x² − 18x + 9 = 0, given the sum of two of its roots vanishes.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Let roots be α, β, γ with α + β = 0.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 of roots: α + β + γ = 1/2  →  γ = 1/2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x = 1/2: 2(1/8) − 1/4 − 9 + 9 = 0 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(2x − 1): 2x³ − x² − 18x + 9 = (2x − 1)(x² − 9)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x² − 9 = 0  →  x = ±3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Roots: x = 1/2, 3, −3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45364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2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16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Solve 9x³ − 36x² + 44x − 16 = 0, given the roots are in arithmetic progression (AP).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Let roots be a − d, a, a + d.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 = 3a = 36/9 = 4  →  a = 4/3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x = 4/3: 9(64/27) − 36(16/9) + 44(4/3) − 16 = 0 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(3x − 4): result = (3x − 4)(3x² − 8x + 4)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3x² − 8x + 4 = 0  →  (3x − 2)(x − 2) = 0  →  x = 2/3, 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Roots: x = 2/3, 4/3, 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59464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3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22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Solve 3x³ − 26x² + 52x − 24 = 0, given the roots are in geometric progression (GP).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Let roots be a/r, a, ar.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 of roots = a³ = 24/3 = 8  →  a = 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x = 2: 3(8) − 26(4) + 52(2) − 24 = 0 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(x − 2): result = (x − 2)(3x² − 20x + 12)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3x² − 20x + 12 = 0  →  (3x − 2)(x − 6) = 0  →  x = 2/3, 6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3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Roots: x = 2/3, 2, 6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8209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4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28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Determine k and solve 2x³ − 6x² + 3x + k = 0, given one root is twice the sum of the other two roots.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Let roots be α, β, γ with γ = 2(α + β).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Sum: α + β + γ = 3, and α + β = γ/2  →  γ + γ/2 = 3  →  γ = 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Substitute x = 2: 16 − 24 + 6 + k = 0  →  k = 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Equation: 2x³ − 6x² + 3x + 2 = 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(x − 2): result = (x − 2)(2x² − 2x − 1)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2x² − 2x − 1 = 0  →  x = (1 ± √3)/2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 = 2;  Roots: x = 2, (1+√3)/2, (1−√3)/2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1706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5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34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Find all zeros of x⁶ − 3x⁵ − 5x⁴ + 22x³ − 39x² − 39x + 135, given that 1 + 2i and √3 are two of its zeros.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 coefficients → conjugates 1 − 2i and −√3 are also zeros.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Factor A: (x − (1+2i))(x − (1−2i)) = x² − 2x + 5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Factor B: (x − √3)(x + √3) = x² − 3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Product: (x² − 2x + 5)(x² − 3) = x⁴ − 2x³ + 2x² + 6x − 15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the given polynomial by this quartic → quotient = x² − x − 9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x² − x − 9 = 0  →  x = (1 ± √37)/2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1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Zeros: 1+2i, 1−2i, √3, −√3, (1+√37)/2, (1−√37)/2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029442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6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40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Solve the cubic equations: (i) 2x³ − 9x² + 10x = 3,   (ii) 8x³ − 2x² − 7x + 3 = 0.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(i) Rewrite: 2x³ − 9x² + 10x − 3 = 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x = 3: 54 − 81 + 30 − 3 = 0 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(x − 3): (x − 3)(2x² − 3x + 1) = 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2x² − 3x + 1 = 0  →  (2x − 1)(x − 1) = 0  →  x = 1/2, 1  →  Roots (i): x = 1/2, 1, 3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(ii) Check x = 1/2: 1 − 0.5 − 3.5 + 3 = 0 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Divide by (2x − 1): (2x − 1)(4x² + x − 3) = 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4x² + x − 3 = 0  →  (4x − 3)(x + 1) = 0  →  Roots (ii): x = 1/2, 3/4, −1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31718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6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/>
          <p:cNvSpPr>
            <a:spLocks/>
          </p:cNvSpPr>
          <p:nvPr/>
        </p:nvSpPr>
        <p:spPr>
          <a:xfrm rot="0">
            <a:off x="457200" y="228600"/>
            <a:ext cx="1124712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Exercise 3.3 — Question 7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Rounded rectangle"/>
          <p:cNvSpPr>
            <a:spLocks/>
          </p:cNvSpPr>
          <p:nvPr/>
        </p:nvSpPr>
        <p:spPr>
          <a:xfrm rot="0">
            <a:off x="548640" y="1051560"/>
            <a:ext cx="11064240" cy="5486400"/>
          </a:xfrm>
          <a:prstGeom prst="roundRect">
            <a:avLst>
              <a:gd name="adj" fmla="val 1333"/>
            </a:avLst>
          </a:prstGeom>
          <a:solidFill>
            <a:srgbClr val="5C6347"/>
          </a:solidFill>
          <a:ln w="12700" cmpd="sng" cap="flat">
            <a:solidFill>
              <a:srgbClr val="5C6347"/>
            </a:solidFill>
            <a:prstDash val="solid"/>
            <a:round/>
          </a:ln>
          <a:effectLst>
            <a:outerShdw sx="100000" sy="100000" algn="bl" rotWithShape="0" blurRad="50800" dist="25400" dir="8100000">
              <a:srgbClr val="000000">
                <a:alpha val="24705"/>
              </a:srgbClr>
            </a:outerShdw>
          </a:effectLst>
        </p:spPr>
      </p:sp>
      <p:sp>
        <p:nvSpPr>
          <p:cNvPr id="46" name="Rectangle"/>
          <p:cNvSpPr>
            <a:spLocks/>
          </p:cNvSpPr>
          <p:nvPr/>
        </p:nvSpPr>
        <p:spPr>
          <a:xfrm rot="0">
            <a:off x="822960" y="1234440"/>
            <a:ext cx="10515600" cy="5212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Solve x⁴ − 14x² + 45 = 0.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D9E2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6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Let y = x². The equation becomes: y² − 14y + 45 = 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6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Factorize: (y − 5)(y − 9) = 0  →  y = 5 or y = 9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6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If x² = 5  →  x = ±√5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6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If x² = 9  →  x = ±3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600" b="0" i="0" u="none" strike="noStrike" kern="1200" cap="none" spc="0" baseline="0">
                <a:solidFill>
                  <a:srgbClr val="F5F5F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Roots: x = √5, −√5, 3, −3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5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0</TotalTime>
  <Application>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Exercise 3.3 - Cubic &amp; Polynomial Equations</dc:title>
  <dc:subject>PptxGenJS Presentation</dc:subject>
  <dc:creator>Claude</dc:creator>
  <cp:lastModifiedBy>Mobile phone user</cp:lastModifiedBy>
  <cp:revision>1</cp:revision>
  <dcterms:created xsi:type="dcterms:W3CDTF">2026-06-14T07:09:43Z</dcterms:created>
  <dcterms:modified xsi:type="dcterms:W3CDTF">2026-06-14T06:00:23Z</dcterms:modified>
</cp:coreProperties>
</file>